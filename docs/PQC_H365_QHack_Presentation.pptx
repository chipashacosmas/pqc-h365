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389120" cy="411480"/>
          </a:xfrm>
          <a:prstGeom prst="roundRect">
            <a:avLst/>
          </a:prstGeom>
          <a:solidFill>
            <a:srgbClr val="1E1B4B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Q-HACK INDIA 2026  •  ROUND 1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</a:defRPr>
            </a:pPr>
            <a:r>
              <a:t>PQC H-365</a:t>
            </a:r>
          </a:p>
          <a:p>
            <a:pPr>
              <a:spcBef>
                <a:spcPts val="600"/>
              </a:spcBef>
              <a:defRPr sz="2200" b="1">
                <a:solidFill>
                  <a:srgbClr val="06B6D4"/>
                </a:solidFill>
              </a:defRPr>
            </a:pPr>
            <a:r>
              <a:t>High-Performance Quantum-Resistant Hybrid VPN &amp; Secure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NIST FIPS 203 (ML-KEM-768) + NIST FIPS 204 (ML-DSA-65) with Asynchronous Parallel Handshake Acceleration and 64-bit Monotonic Replay-Protected Multi-Message Transport.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C3AED"/>
                </a:solidFill>
              </a:defRPr>
            </a:pPr>
            <a:r>
              <a:t>TEAM: PQC H-365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Lead: Cosmas Chipasha  |  Institution: Kapasa Makasa University  |  Track: Quantum Security &amp; Cryptography</a:t>
            </a:r>
          </a:p>
          <a:p>
            <a:pPr>
              <a:spcBef>
                <a:spcPts val="400"/>
              </a:spcBef>
              <a:defRPr sz="1200">
                <a:solidFill>
                  <a:srgbClr val="06B6D4"/>
                </a:solidFill>
              </a:defRPr>
            </a:pPr>
            <a:r>
              <a:t>Repository: https://github.com/chipashacosmas/PQC-H365  •  Language: C (Open Quantum Safe liboqs)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The Looming Quantum Threat to VPNs &amp; Key Exchange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🚨  The Quantum Break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Shor's Algorithm executed on a Cryptanalytically Relevant Quantum Computer (CRQC) breaks all classical public-key cryptography.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RSA-2048, Diffie-Hellman, and ECDH (P-256 / P-384) will be solved in polynomial 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Modern enterprise and defense VPN tunnels will provide zero forward secrecy.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⏳  Harvest Now, Decrypt Later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Adversaries and nation-states are actively recording encrypted network traffic today.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Encrypted enterprise secrets, intellectual property, and government records are retained.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As soon as CRQCs mature, this historical data will be retroactively decrypted.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The threat is immediate — migration cannot wait for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24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⚙️  The Engineering Gap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PQC algorithms produce kilobyte-scale keys and signatures (1KB to 3KB vs 32B).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Sequential hybrid handshakes introduce high CPU and network latency (50+ ms).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Packets exceed standard network MTU (1500B), causing fragmentation and packet drops.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Industry needs a high-speed, line-rate PQC architecture.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Solution Overview: PQC H-365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🛡️  Dual-Security Hybrid Paradigm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Combines classical X25519 (ECDH) with NIST FIPS 203 (ML-KEM-768).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Secrets are fused using RFC 5869 HKDF-SHA256.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An adversary must break BOTH classical elliptic curves AND lattice math to compromise the session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4632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🔑  Mutual Post-Quantum Auth (mPQC)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Implements NIST FIPS 204 (ML-DSA-65) post-quantum signatures.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Server and client sign the entire ephemeral handshake transcript.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Completely prevents quantum Man-in-the-Middle (MitM) and active quantum stripping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475488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⚡  Parallelized Handshake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POSIX multithreaded asynchronous key exchange pipeline.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Computes classical X25519 and ML-KEM-768 concurrently.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Reduces handshake latency by 81.5% on client and 79.1% on server (down to ~11ms).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79392"/>
            <a:ext cx="4846320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🔒  Multi-Message Secure Channel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Post-handshake AES-256-GCM authenticated encryption.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64-bit monotonic sequence numbers embedded in GCM nonces.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Hardware-speed encryption with authenticated session teardown (QUIT).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NIST PQC Standards &amp; Cryptographic Primitives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1463040"/>
                <a:gridCol w="173736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Primitive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Algorithm / Standard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Public Key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Ciphertext / Sig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Role in PQC H-365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Post-Quantum KEM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NIST FIPS 203 (ML-KEM-768)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1,184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1,088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Quantum-safe key encapsulation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Post-Quantum Signature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NIST FIPS 204 (ML-DSA-65)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1,952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3,309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Mutual transcript authentication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Classical Ephemeral DH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X25519 (RFC 7748)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Classical backward compatibility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Key Derivation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HKDF-SHA256 (RFC 5869)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 Bytes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Hybrid session key derivation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Authenticated Transport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AES-256-GCM (NIST SP 800-38D)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16B Tag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Replay-protected multi-message tunnel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85232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7C3AED"/>
                </a:solidFill>
              </a:defRPr>
            </a:pPr>
            <a:r>
              <a:t>NATIONAL SECURITY &amp; COMPLIANCE ALIGNMENT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Strictly conforms to NSA Commercial National Security Algorithm Suite 2.0 (CNSA 2.0) migration mandates and NIST finalized FIPS 203 / 204 specifications using Open Quantum Safe (liboqs 0.10.0) in 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Core Innovation: Parallel Handshake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81.5% LATENCY REDUCTION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Client Handshake: 55.56 ms → 10.27 ms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Concurrent X25519 keygen + ML-KEM encapsulation via pthread worker pool caps crypto latency to max(T_classical, T_pqc).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79.1% LATENCY REDUCTION</a:t>
            </a:r>
          </a:p>
          <a:p>
            <a:pPr>
              <a:spcBef>
                <a:spcPts val="400"/>
              </a:spcBef>
              <a:defRPr sz="1800" b="1">
                <a:solidFill>
                  <a:srgbClr val="F8FAFC"/>
                </a:solidFill>
              </a:defRPr>
            </a:pPr>
            <a:r>
              <a:t>Server Handshake: 56.31 ms → 11.79 ms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Server decapsulates ML-KEM-768 and computes X25519 shared secret in parallel, eliminating serial round-trip stalls.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468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10332720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💡  Why This Matters for Real-World Deployments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Sequential Hybrid Pitfall: Standard sequential hybrid tunnels compound algorithmic delays, resulting in &gt;110ms total handshake roundtrips — intolerable for high-concurrency gateways.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PQC H-365 Parallel Pipeline: Total network handshake completes in ~11 ms, approaching the speed of raw classical protocols while guaranteeing post-quantum cryptographic security.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Scalability: Allows thousands of concurrent VPN connections per second on commodity server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System Design: Adaptive Framing &amp; Replay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📦  Adaptive Buffer &amp; Framing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Zero-Copy Length Prefixed Framing: 4-byte network byte order prefix encodes payload length explicitly.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Dynamic Token Accommodation: Handles 1,184B KEM public keys and 3,309B DSA signatures transparently.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Strict Boundary Enforcement: Maximum frame cap at 4,096 bytes; oversized frames (&gt;4096B) rejected instantly.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Memory Safety: Rejects malformed frames before invoking OpenSSL/liboqs routines, neutralizing RCE and DoS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4632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🛡️  64-bit Monotonic Replay Protection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Monotonic Counter Nonce: 64-bit monotonic sequence counter prepended to each encrypted frame.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Wire Format: [8B Counter | 16B GCM Tag | Ciphertext].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AAD Binding: Authenticated Additional Data binds string 'PQC_H365_CHANNEL_V1'.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Replay Rejection: Server maintains last_seen_counter; strictly rejects any frame where counter &lt;= last_seen.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Cryptographic Teardown: Authenticated QUIT frame initiates clean mutual TCP socket closure.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Empirical Benchmark Evidence (20-Run Distribution)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645920"/>
                <a:gridCol w="1645920"/>
                <a:gridCol w="1828800"/>
                <a:gridCol w="2468880"/>
              </a:tblGrid>
              <a:tr h="60350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Architecture / Mode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Client Avg (ms)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Server Avg (ms)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Total Latency (ms)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Latency Reduction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Classical X25519 Baseline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1.558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0.547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2.105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Baseline (Insecure vs Quantum)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ML-KEM-768 Standalone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8.432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7.225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15.657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PQC Baseline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Sequential Hybrid (X25519 + ML-KEM)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55.559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56.314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111.873 ms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Serial Overhead (Slow)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Parallel Hybrid (PQC H-365)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10.268 ms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11.789 ms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22.057 ms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81.5% Client / 79.1% Server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02352"/>
            <a:ext cx="1033272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📊  Benchmark Methodology &amp; Reproducibility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Measured across 20 consecutive automated runs over Linux network sockets with high-resolution POSIX clock_gettime() monomorphic counters.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Raw evidence datasets published to GitHub: benchmarks/handshake_results.csv and benchmarks/handshake_summary.md.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Working Prototype &amp; Verification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✅  Verified Test Suite (100% Pass)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check_liboqs: Verified ML-KEM-768 and ML-DSA-65 algorithms present in runtime.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Known Answer Tests (KAT): test_ml_kem, test_ml_dsa, test_x25519, test_hybrid_kdf all PASS.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Adaptive Buffer Test: 1184B, 3309B, 4096B frame delivery validated; 4097B rejected.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Automated Regression: scripts/run_all_tests.sh successfully verifies entire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4632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💻  Live Channel Verification (Oct 5)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Handshake: Client and server complete hybrid key exchange; server sig PASS.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Session Key Match: Both derived SHA-256 session key prefix 59b7b6397a0ea3bd.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Message 1 (ctr=1): Encrypted, authenticated, and server echoes back ECHO: hello PQC SECURE CHANNEL.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Message 2 (ctr=2): Counter increment validated; payload echoed.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Clean Teardown (ctr=3): QUIT received, authenticated, session closed gracefully.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Real-World Applications &amp; Industry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9260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🏛️  Defense &amp; Government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National Security: Immediate defense against adversarial Harvest Now, Decrypt Later (HNDL) programs.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Dual-Security Guarantee: Zero risk of single-primitive algorithmic vulnerability.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Adheres to CNSA 2.0 government compliance timelines.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29260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💳  Banking &amp; Financial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Long-lived financial transactions, SWIFT inter-bank records, and credit contracts.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Eliminates latency penalties on high-throughput transactions (only ~11ms handshake).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Strict replay protection prevents transactional packet re-injection.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10512"/>
            <a:ext cx="29260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☁️  Enterprise Cloud VPN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Drop-in quantum-safe replacement for legacy WireGuard / OpenVPN gateways.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Memory-safe C implementation with zero-copy framing.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Low CPU utilization allows thousands of tunnels per commodity 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Q-HACK INDIA 2026 | QUANTUM SECURITY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Roadmap: Round 2 Sprint &amp; Grand Finale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75488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🚀  Round 2 Enhancement Sprint (Oct 10 – 29)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Linux TUN/TAP Driver (Step 29): Binding tun0 virtual interface to route full OS-level IPv4/IPv6 packet flows.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eBPF / XDP In-Kernel Acceleration: Kernel-space packet filtering and wire-speed decryption hook.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Multi-Path Interface Bonding: Round-robin AEAD frame aggregation across multiple physical network interfaces.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Adversarial Fuzzing: Scapy / Kali fuzzing suite validating robustness against malformed quantum 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4632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🏆  Grand Finale (Bengaluru: Oct 30 – 31)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Live Physical Demonstration: Running PQC H-365 tunnel on hardware with live Wireshark packet capture.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Live Quantum Man-in-the-Middle Attack Simulation: Proving quantum packet rejection and signature failure.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Real-Time Telemetry Dashboard: Demonstrating live latency metrics and active tunnel throughput.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Full Open Source Release: Packaged binaries for Ubuntu / Debian and Docker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61B2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GitHub: https://github.com/chipashacosmas/PQC-H365  |  Team: PQC H-365  |  Lead: Cosmas Chipasha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